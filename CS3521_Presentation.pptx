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Dispatcher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CPU Scheduling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CS3521 — Operating Systems | National University of Lesotho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3520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Assignment | Due: 27th April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274320"/>
            <a:ext cx="3200400" cy="320040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73152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Process?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56616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is a program in execution.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is managed by a Process Control Block (PCB) — a data structure storing all information the OS needs.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4206240" cy="356616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Fields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arrivalTime  |  burstTime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remainingTime  |  priority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waitingTime  |  turnaroundTime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programCounter  |  state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Process Dispatcher?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dispatcher is the OS component that gives control of the CPU to a selected process.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2743200" cy="292608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91640"/>
            <a:ext cx="274320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099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current process state and loads the next process to run.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743200" cy="292608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691640"/>
            <a:ext cx="274320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7099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Switch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CPU from kernel mode to user mode before handing over control.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2743200" cy="292608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691640"/>
            <a:ext cx="274320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099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Process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execution at the correct location in the new process using the program counter.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decides WHICH process runs. Dispatcher makes it HAPPEN.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File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0972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PCB struct and state constants (READY, RUNNING, FINISHED)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8745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for the ready queue — declares createQueue, appendToQueue, takeFromQueue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8595360" cy="6583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6517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the ready queue using an array of up to 100 PCB pointers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33756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dispatcher.c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34290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 — contains simulation loop, FCFS and Round Robin algorithms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Makefile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42062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compilation with a single 'make' command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First-Come-First-Served (FCFS)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are executed in the order they arrive. Once started, a process runs until it finishes — it cannot be stopped.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75688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any process has arrived at this tick — add it to the ready queue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42616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42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6243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CPU is free, take the process from the FRONT of the queue (index 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209544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19125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process for one tick — decrement remaining time, increment program counter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77647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75818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waiting time for all other processes sitting in the queue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34340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3251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remaining time = 0, mark FINISHED and calculate: Turnaround = Finish Time - Arrival Time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(RR) — Time Quantum =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828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a maximum of 3 ticks on the CPU. If not finished, it is preempted and sent to the back of the queue.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7568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any process has arrived at this tick — add to ready queue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4261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42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6243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CPU is free, dispatch the process at the FRONT of the queue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20954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19125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 one tick — track timeInCPU counter (max = TIME_QUANTUM = 3)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77647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75818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remaining time = 0 before quantum expires → mark FINISHED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3434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3251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timeInCPU reaches 3 and not finished → PREEMPT: save state, move to back of queue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— Results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256032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645920"/>
                <a:gridCol w="1645920"/>
                <a:gridCol w="128016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(tick)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(ticks)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3840480"/>
            <a:ext cx="347472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3913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Waiting Time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42245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10.80 ticks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754880" y="3840480"/>
            <a:ext cx="347472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3913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Turnaround Time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42245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17.20 ticks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— Results (Quantum = 3)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256032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645920"/>
                <a:gridCol w="1645920"/>
                <a:gridCol w="128016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(tick)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(ticks)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3840480"/>
            <a:ext cx="347472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3913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Waiting Time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42245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 ticks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754880" y="3840480"/>
            <a:ext cx="347472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3913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Turnaround Time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42245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20.40 ticks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vs Round Robin — Comparison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47472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Non-Preemptive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of queue (arrival order)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of queue + time quantum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Quantum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Waiting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10.80 ticks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 ticks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Turnaround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17.20 ticks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20.40 ticks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short jobs wait behind long 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all processes share CPU equally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Time-sharing / interactive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81912"/>
            <a:ext cx="9144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a Process Dispatcher simulation in 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9144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756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— simple, non-preemptive, best for batch systems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715768"/>
            <a:ext cx="9144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426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— fair, preemptive, best for time-sharing systems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82696"/>
            <a:ext cx="9144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095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had better average times for this dataset (10.80 vs 14.00 waiting)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849624"/>
            <a:ext cx="9144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76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provides fairer CPU distribution across all processes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4416552"/>
            <a:ext cx="9144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and tested on Linux using GCC and Makefile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CS3521 Operating Systems — National University of Lesotho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Dispatcher and CPU Scheduling</dc:title>
  <dc:subject>PptxGenJS Presentation</dc:subject>
  <dc:creator>PptxGenJS</dc:creator>
  <cp:lastModifiedBy>PptxGenJS</cp:lastModifiedBy>
  <cp:revision>1</cp:revision>
  <dcterms:created xsi:type="dcterms:W3CDTF">2026-04-27T06:33:33Z</dcterms:created>
  <dcterms:modified xsi:type="dcterms:W3CDTF">2026-04-27T06:33:33Z</dcterms:modified>
</cp:coreProperties>
</file>